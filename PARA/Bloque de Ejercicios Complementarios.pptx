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89DF3-0684-45D3-B519-CCCAB4489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Bloque de Ejercicios Complementarios: Estructuras Secuenciales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9E9FDC-1E51-4C45-A36B-0E3E24F5B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err="1"/>
              <a:t>Logica</a:t>
            </a:r>
            <a:r>
              <a:rPr lang="es-BO" dirty="0"/>
              <a:t> de </a:t>
            </a:r>
            <a:r>
              <a:rPr lang="es-BO" dirty="0" err="1"/>
              <a:t>programacion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70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ADECE-B98A-432E-BF11-BAF4E609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Liquidación</a:t>
            </a:r>
            <a:r>
              <a:rPr lang="en-US" dirty="0"/>
              <a:t> de </a:t>
            </a:r>
            <a:r>
              <a:rPr lang="en-US" dirty="0" err="1"/>
              <a:t>Exportación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FD6B5F-529A-45DF-8602-80EE11D00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exportador de quinua produce sacos de 50 kilogramos, pero el mercado internacional compra el producto por </a:t>
            </a:r>
            <a:r>
              <a:rPr lang="es-ES" b="1" dirty="0"/>
              <a:t>libras</a:t>
            </a:r>
            <a:r>
              <a:rPr lang="es-ES" dirty="0"/>
              <a:t>. Realice un algoritmo que reciba la cantidad de sacos producidos y, sabiendo que 1 kilogramo equivale a </a:t>
            </a:r>
            <a:r>
              <a:rPr lang="es-ES" b="1" dirty="0"/>
              <a:t>2.20462 libras</a:t>
            </a:r>
            <a:r>
              <a:rPr lang="es-ES" dirty="0"/>
              <a:t>, determine el total de libras producidas y el valor total de la venta si cada libra se paga a un precio "X" proporcionado por el usuario.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978AF-7892-497D-BA18-69ADA730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Distribución</a:t>
            </a:r>
            <a:r>
              <a:rPr lang="en-US" dirty="0"/>
              <a:t> de </a:t>
            </a:r>
            <a:r>
              <a:rPr lang="en-US" dirty="0" err="1"/>
              <a:t>Utilidades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8A64B9-69D3-4F78-82D8-FB129F18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empresa distribuye sus ganancias anuales de la siguiente manera: </a:t>
            </a:r>
            <a:r>
              <a:rPr lang="es-ES" b="1" dirty="0"/>
              <a:t>Socio A (45%)</a:t>
            </a:r>
            <a:r>
              <a:rPr lang="es-ES" dirty="0"/>
              <a:t>, </a:t>
            </a:r>
            <a:r>
              <a:rPr lang="es-ES" b="1" dirty="0"/>
              <a:t>Socio B (30%)</a:t>
            </a:r>
            <a:r>
              <a:rPr lang="es-ES" dirty="0"/>
              <a:t> y </a:t>
            </a:r>
            <a:r>
              <a:rPr lang="es-ES" b="1" dirty="0"/>
              <a:t>Reserva Operativa (25%)</a:t>
            </a:r>
            <a:r>
              <a:rPr lang="es-ES" dirty="0"/>
              <a:t>. Dado un monto total de utilidades, determine cuánto dinero le corresponde a cada parte.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1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6C03E-52E2-466E-81E8-DCDC2D24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Consumo</a:t>
            </a:r>
            <a:r>
              <a:rPr lang="en-US" dirty="0"/>
              <a:t> </a:t>
            </a:r>
            <a:r>
              <a:rPr lang="en-US" dirty="0" err="1"/>
              <a:t>Eléctrico</a:t>
            </a:r>
            <a:r>
              <a:rPr lang="en-US" dirty="0"/>
              <a:t> </a:t>
            </a:r>
            <a:r>
              <a:rPr lang="en-US" dirty="0" err="1"/>
              <a:t>Residencial</a:t>
            </a:r>
            <a:r>
              <a:rPr lang="en-U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5EB618-F9F3-480D-8437-7037DD528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cooperativa eléctrica necesita calcular el total a pagar de un aviso de cobranza. El algoritmo debe solicitar la lectura anterior del medidor (kWh), la lectura actual (kWh) y el precio por kilovatio hora. Debe mostrar el consumo del mes y el costo total del servicio.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45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8BCBE-8719-450E-9AA7-03ADDE6F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Geometría de un Cilindro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AE18A3-1472-4A5A-B5CF-8ADC797C78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5650" y="3266598"/>
            <a:ext cx="7902356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Desarrolle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algoritmo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volumen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un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cilindro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debe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solicitar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radio de la base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$r$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y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$h$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Utilice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fórmula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0CF894-4D85-475F-96D7-60586CAD1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051" y="4264359"/>
            <a:ext cx="2133898" cy="55252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0BB4B5E-2C22-4AB5-A8AC-F7359F811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30" y="517263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Considere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$\pi \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3.1416$)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62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78877-D61F-4D33-B15B-00FBD21F2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Conversión</a:t>
            </a:r>
            <a:r>
              <a:rPr lang="en-US" dirty="0"/>
              <a:t> de </a:t>
            </a:r>
            <a:r>
              <a:rPr lang="en-US" dirty="0" err="1"/>
              <a:t>Velocidad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51CAF2-795D-4005-9980-EA8217159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un laboratorio de física, los sensores reportan la velocidad en </a:t>
            </a:r>
            <a:r>
              <a:rPr lang="es-ES" b="1" dirty="0"/>
              <a:t>metros por segundo (m/s)</a:t>
            </a:r>
            <a:r>
              <a:rPr lang="es-ES" dirty="0"/>
              <a:t>. Diseñe un algoritmo que reciba una velocidad "V" y la convierta a </a:t>
            </a:r>
            <a:r>
              <a:rPr lang="es-ES" b="1" dirty="0"/>
              <a:t>kilómetros por hora (km/h)</a:t>
            </a:r>
            <a:r>
              <a:rPr lang="es-ES" dirty="0"/>
              <a:t> para el informe técnico.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94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CF926-15BA-4024-865A-1B4658A98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 de Comisiones de Venta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887348-EDCD-4D7B-AF78-165B2E661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 vendedor recibe un sueldo base más un </a:t>
            </a:r>
            <a:r>
              <a:rPr lang="es-ES" b="1" dirty="0"/>
              <a:t>10% de comisión</a:t>
            </a:r>
            <a:r>
              <a:rPr lang="es-ES" dirty="0"/>
              <a:t> sobre el total de sus ventas mensuales. El algoritmo debe recibir el sueldo base y el monto de sus tres ventas más importantes del mes, calculando el pago total que recibirá el vendedor.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7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FE130-609E-4309-8079-6E2BD358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Alerta</a:t>
            </a:r>
            <a:r>
              <a:rPr lang="en-US" dirty="0"/>
              <a:t> de </a:t>
            </a:r>
            <a:r>
              <a:rPr lang="en-US" dirty="0" err="1"/>
              <a:t>Presión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75C7AE-81AC-41DE-AA7D-128D9FE0EE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886960"/>
            <a:ext cx="827630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manómetro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industrial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PSI (libras por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pulgada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cuadrada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Desarrolle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algoritmo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convierta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considerando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 que los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operarios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registren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sistema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métrico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28721C-429B-4108-A878-226A8F25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52" y="3741040"/>
            <a:ext cx="2105319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9157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{6A245319-A5BB-4A4F-A312-2FC71E626469}TFc986dd65-aaf0-4d5c-bef9-9c391ee05f7b6a80d193-c6c005e2f19e</Template>
  <TotalTime>17</TotalTime>
  <Words>384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Gill Sans MT</vt:lpstr>
      <vt:lpstr>Google Sans Text</vt:lpstr>
      <vt:lpstr>Galería</vt:lpstr>
      <vt:lpstr>Bloque de Ejercicios Complementarios: Estructuras Secuenciales</vt:lpstr>
      <vt:lpstr>1. Liquidación de Exportación</vt:lpstr>
      <vt:lpstr>2. Distribución de Utilidades</vt:lpstr>
      <vt:lpstr>3. Consumo Eléctrico Residencial </vt:lpstr>
      <vt:lpstr>4. Geometría de un Cilindro</vt:lpstr>
      <vt:lpstr>5. Conversión de Velocidad</vt:lpstr>
      <vt:lpstr>Sistema de Comisiones de Venta</vt:lpstr>
      <vt:lpstr>Alerta de Presión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de Ejercicios Complementarios: Estructuras Secuenciales</dc:title>
  <dc:creator>Lenovo</dc:creator>
  <cp:lastModifiedBy>Lenovo</cp:lastModifiedBy>
  <cp:revision>2</cp:revision>
  <dcterms:created xsi:type="dcterms:W3CDTF">2026-04-22T11:47:24Z</dcterms:created>
  <dcterms:modified xsi:type="dcterms:W3CDTF">2026-04-22T12:04:57Z</dcterms:modified>
</cp:coreProperties>
</file>